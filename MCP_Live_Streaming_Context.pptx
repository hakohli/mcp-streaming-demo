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Welcome everyone. Today we're going to talk about extending the Model Context Protocol — MCP — beyond its traditional request/response model.</a:t>
            </a:r>
          </a:p>
          <a:p>
            <a:r>
              <a:t>- The core idea: what if MCP servers could push real-time context to AI agents instead of waiting to be asked?</a:t>
            </a:r>
          </a:p>
          <a:p>
            <a:r>
              <a:t>- We'll walk through a working implementation using three open-source technologies: Apache Kafka for durable event streaming, WebSockets for real-time delivery, and Cedar for fine-grained authorization.</a:t>
            </a:r>
          </a:p>
          <a:p>
            <a:r>
              <a:t>- By the end, you'll see a live demo of an AI agent detecting and responding to a production incident in under 2 seconds — something impossible with traditional polling.</a:t>
            </a:r>
          </a:p>
          <a:p>
            <a:r>
              <a:t>- Everything we show today is open source and available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Let's start with the problem. Today, MCP works like a snapshot camera — the agent asks a question, gets a point-in-time answer, and moves on.</a:t>
            </a:r>
          </a:p>
          <a:p>
            <a:r>
              <a:t>- Imagine this real scenario: you deploy at 2:03pm. Errors start spiking at 2:04pm. But your agent doesn't poll again until 2:15pm. That's an 11-minute blind spot where your production system is on fire and nobody knows.</a:t>
            </a:r>
          </a:p>
          <a:p>
            <a:r>
              <a:t>- The diagram on the right shows this timeline visually — the red gap is the danger zone.</a:t>
            </a:r>
          </a:p>
          <a:p>
            <a:r>
              <a:t>- In fast-moving environments — incident response, trading, security — 11 minutes is an eternity.</a:t>
            </a:r>
          </a:p>
          <a:p>
            <a:r>
              <a:t>- The fundamental question: can we flip the model so context flows TO the agent continuously, rather than the agent having to ask for it?</a:t>
            </a:r>
          </a:p>
          <a:p>
            <a:r>
              <a:t>- Spoiler: yes, and it's not as hard as you'd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Here's the architecture side by side. Top row is traditional MCP — pull-based, request/response.</a:t>
            </a:r>
          </a:p>
          <a:p>
            <a:r>
              <a:t>- Bottom row is what we're building: event sources feed into Kafka, Kafka feeds the MCP server, and the server pushes to agents over WebSockets.</a:t>
            </a:r>
          </a:p>
          <a:p>
            <a:r>
              <a:t>- Why Kafka specifically? Three reasons: (1) durability — events are persisted, so if an agent disconnects and reconnects, it can replay what it missed. (2) Backpressure — Kafka handles slow consumers gracefully via consumer groups and offsets. (3) It's probably already in your infrastructure.</a:t>
            </a:r>
          </a:p>
          <a:p>
            <a:r>
              <a:t>- The key insight is the hybrid protocol — we keep standard request/response for on-demand queries, but ADD streaming on the same WebSocket connection. The agent can subscribe to a live feed AND still ask ad-hoc questions.</a:t>
            </a:r>
          </a:p>
          <a:p>
            <a:r>
              <a:t>- This means zero changes to existing MCP tools — we're extending, not replacing.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 protocol extension is minimal — we add just two new methods: subscribe and unsubscribe.</a:t>
            </a:r>
          </a:p>
          <a:p>
            <a:r>
              <a:t>- Walk through the sequence diagram: Agent sends subscribe('app-logs'). Server starts pushing events as they arrive from Kafka. Normal log entries flow through. Then an error spike hits — the agent sees it immediately.</a:t>
            </a:r>
          </a:p>
          <a:p>
            <a:r>
              <a:t>- Here's the hybrid part: mid-stream, the agent sends get_anomalies() — a standard request/response call — and gets back a structured anomaly summary. Both protocols coexist on the same WebSocket.</a:t>
            </a:r>
          </a:p>
          <a:p>
            <a:r>
              <a:t>- When the agent is done, it sends unsubscribe to clean up.</a:t>
            </a:r>
          </a:p>
          <a:p>
            <a:r>
              <a:t>- Backpressure is handled with bounded queues — each subscriber gets a 500-event buffer. If a subscriber falls behind, oldest events are dropped rather than letting memory grow unbounded.</a:t>
            </a:r>
          </a:p>
          <a:p>
            <a:r>
              <a:t>- Dead subscribers are auto-cleaned — if a WebSocket disconnects, the server detects it and removes the subscription. No resource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Now, streaming data to agents raises an obvious question: who's allowed to see what?</a:t>
            </a:r>
          </a:p>
          <a:p>
            <a:r>
              <a:t>- Cedar is an open-source authorization policy language created by AWS. It's now being adopted in the MCP ecosystem — used in Bedrock AgentCore and ToolHive for MCP tool access control.</a:t>
            </a:r>
          </a:p>
          <a:p>
            <a:r>
              <a:t>- The model is simple: every request is evaluated as (principal, action, resource). You write permit and forbid policies declaratively.</a:t>
            </a:r>
          </a:p>
          <a:p>
            <a:r>
              <a:t>- For our MCP server, actions include: subscribe, get_anomalies, get_context, call_tool. Resources are streams like 'app-logs' or 'audit-logs'.</a:t>
            </a:r>
          </a:p>
          <a:p>
            <a:r>
              <a:t>- Critical design choice: default deny. If no policy matches a request, it's blocked. This is the secure-by-default posture you want for production.</a:t>
            </a:r>
          </a:p>
          <a:p>
            <a:r>
              <a:t>- The diagram shows the flow: request comes in, Cedar evaluates policies, result is either ALLOW or DENY. No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Let's look at real Cedar policies. These are actual policies from our demo.</a:t>
            </a:r>
          </a:p>
          <a:p>
            <a:r>
              <a:t>- First policy: anyone can subscribe to the app-logs stream. This is your general observability data.</a:t>
            </a:r>
          </a:p>
          <a:p>
            <a:r>
              <a:t>- Second policy: only agents with the 'ops-agent' role can call get_anomalies. You don't want every agent querying for anomaly summaries — that's an expensive operation.</a:t>
            </a:r>
          </a:p>
          <a:p>
            <a:r>
              <a:t>- Third policy: explicitly forbid readonly agents from subscribing to audit-logs. This is sensitive compliance data.</a:t>
            </a:r>
          </a:p>
          <a:p>
            <a:r>
              <a:t>- Key rule: forbid ALWAYS wins over permit. Even if another policy permits access, a single forbid blocks it. This prevents accidental over-permissioning.</a:t>
            </a:r>
          </a:p>
          <a:p>
            <a:r>
              <a:t>- These policies are human-readable, auditable, and version-controllable. Your security team can review them in a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Time for the live demo. Stack: Confluent Kafka 7.6.0 in Docker, Python 3.9, confluent-kafka 2.13.2, websockets 15.0.1.</a:t>
            </a:r>
          </a:p>
          <a:p>
            <a:r>
              <a:t>- Here's what's running: a log simulator generates realistic application logs and pushes them to Kafka. The streaming MCP server consumes from Kafka and pushes to connected agents.</a:t>
            </a:r>
          </a:p>
          <a:p>
            <a:r>
              <a:t>- We'll see normal traffic flowing first — INFO and DEBUG level logs streaming through in real-time.</a:t>
            </a:r>
          </a:p>
          <a:p>
            <a:r>
              <a:t>- Then we'll trigger an error spike — simulating a production incident like a database connection failure.</a:t>
            </a:r>
          </a:p>
          <a:p>
            <a:r>
              <a:t>- Watch the agent: it detected '🚨 ANOMALY DETECTED — error rate 60% in last 20 events' — within 1 second of the spike.</a:t>
            </a:r>
          </a:p>
          <a:p>
            <a:r>
              <a:t>- The agent automatically suggested fixes: ConnectionRefused → check service status; OutOfMemoryError → increase JVM heap; Timeout → add circuit breaker; Deadlock → review transaction isolation.</a:t>
            </a:r>
          </a:p>
          <a:p>
            <a:r>
              <a:t>- We'll also show Cedar in action: try subscribing with an unauthorized agent and watch it get denied.</a:t>
            </a:r>
          </a:p>
          <a:p>
            <a:r>
              <a:t>- End-to-end latency from error occurrence to fix suggestion: under 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Let's break down how anomaly detection works in this system.</a:t>
            </a:r>
          </a:p>
          <a:p>
            <a:r>
              <a:t>- Server-side: we maintain a rolling window of the last 100 events. This gives us a stable baseline without unbounded memory growth.</a:t>
            </a:r>
          </a:p>
          <a:p>
            <a:r>
              <a:t>- Agent-side: the agent tracks errors in a sliding 20-event window. When the error rate exceeds 30%, it triggers an anomaly alert.</a:t>
            </a:r>
          </a:p>
          <a:p>
            <a:r>
              <a:t>- The bar chart on the right shows this visually — green bars are normal error rates, red bars are above the 30% threshold. The orange dashed line is the trigger point.</a:t>
            </a:r>
          </a:p>
          <a:p>
            <a:r>
              <a:t>- When triggered, the agent calls get_anomalies() on the MCP server, which returns the top-N error patterns with counts and timestamps.</a:t>
            </a:r>
          </a:p>
          <a:p>
            <a:r>
              <a:t>- The agent then maps these patterns to remediation suggestions: ConnectionError → check database connectivity and restart. OutOfMemoryError → increase heap allocation. SSLError → renew certificates.</a:t>
            </a:r>
          </a:p>
          <a:p>
            <a:r>
              <a:t>- All of this happens within 1-2 seconds of the actual error. Compare that to the 11-minute blind spot we started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These are the lessons learned from building this. Things that will bite you in production.</a:t>
            </a:r>
          </a:p>
          <a:p>
            <a:r>
              <a:t>- Backpressure is #1 for a reason. If an agent can't keep up with the event stream, you need bounded queues. Our implementation uses a 500-event asyncio queue per subscriber. When full, oldest events are dropped. You could also use dead-letter topics in Kafka for events that couldn't be delivered.</a:t>
            </a:r>
          </a:p>
          <a:p>
            <a:r>
              <a:t>- The hybrid protocol is the sweet spot. Don't force everything into streaming OR request/response. Let agents subscribe to live feeds for continuous monitoring, but also query on-demand for summaries and context. Same WebSocket, same connection.</a:t>
            </a:r>
          </a:p>
          <a:p>
            <a:r>
              <a:t>- Kafka consumer groups are powerful but confusing. Same group ID = events are load-balanced across consumers (each event goes to ONE consumer). Different group IDs = fan-out (each event goes to ALL consumers). Choose based on your use case.</a:t>
            </a:r>
          </a:p>
          <a:p>
            <a:r>
              <a:t>- Reconnection strategy matters. Use exponential backoff to avoid thundering herd. On reconnect, send a context snapshot so the agent doesn't start from zero.</a:t>
            </a:r>
          </a:p>
          <a:p>
            <a:r>
              <a:t>- Be selective about what you stream. Errors and anomalies? Stream them. Normal INFO-level metrics? Batch those and let agents poll. Don't flood the pipe with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pattern isn't just for log monitoring. Once you have streaming MCP, a whole category of use cases opens up.</a:t>
            </a:r>
          </a:p>
          <a:p>
            <a:r>
              <a:t>- DevOps is the obvious one — what we demoed today. Real-time incident detection, automated triage, and remediation suggestions. Imagine on-call agents that never sleep.</a:t>
            </a:r>
          </a:p>
          <a:p>
            <a:r>
              <a:t>- Trading: feed live market data — price ticks, order book changes, news events — directly to AI decision agents. Latency matters here; polling is not an option.</a:t>
            </a:r>
          </a:p>
          <a:p>
            <a:r>
              <a:t>- Security: stream audit logs to compliance agents with Cedar controlling who sees what. Your SOC agent gets real-time alerts; your readonly dashboard agent gets summaries only.</a:t>
            </a:r>
          </a:p>
          <a:p>
            <a:r>
              <a:t>- CI/CD: file watchers that notify agents when code changes. Agent sees a PR merged, automatically runs tests, checks for security issues, updates documentation.</a:t>
            </a:r>
          </a:p>
          <a:p>
            <a:r>
              <a:t>- IoT: sensor data from factory floors, vehicles, or infrastructure streaming to predictive maintenance agents. Detect anomalies before equipment fails.</a:t>
            </a:r>
          </a:p>
          <a:p>
            <a:r>
              <a:t>- The common thread: any domain where waiting to be asked is too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Four things to remember from this talk.</a:t>
            </a:r>
          </a:p>
          <a:p>
            <a:r>
              <a:t>- First: MCP is extensible. The spec doesn't limit you to request/response. Streaming is a natural extension that the protocol can support.</a:t>
            </a:r>
          </a:p>
          <a:p>
            <a:r>
              <a:t>- Second: you don't need exotic infrastructure. Kafka gives you durable, replayable event streaming. WebSockets give you real-time push. Both are battle-tested, widely deployed, and well-understood.</a:t>
            </a:r>
          </a:p>
          <a:p>
            <a:r>
              <a:t>- Third: authorization is not optional. Cedar gives you declarative, auditable policies that your security team can review. Default deny means you start secure and open up access explicitly.</a:t>
            </a:r>
          </a:p>
          <a:p>
            <a:r>
              <a:t>- Fourth: the hybrid protocol is the key design decision. Don't choose between streaming and request/response — do both on the same connection. Agents get the best of both worlds.</a:t>
            </a:r>
          </a:p>
          <a:p>
            <a:r>
              <a:t>- The diagram shows how these three pieces converge into the streaming MCP server. Each solves a different problem; together they create something powerful.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Thank you for your time. The complete working code is on GitHub: github.com/hakohli/mcp-streaming-demo</a:t>
            </a:r>
          </a:p>
          <a:p>
            <a:r>
              <a:t>- Everything is open source: Confluent Kafka 7.6.0, Cedar, WebSockets 15.0.1, Python 3.9+.</a:t>
            </a:r>
          </a:p>
          <a:p>
            <a:r>
              <a:t>- To run the demo yourself: docker compose up -d for Kafka, then run streaming_mcp_server.py, log_simulator.py, and agent_client.py.</a:t>
            </a:r>
          </a:p>
          <a:p>
            <a:r>
              <a:t>- Happy to take questions on the architecture, Cedar policies, Kafka integration, or anything else.</a:t>
            </a:r>
          </a:p>
          <a:p>
            <a:r>
              <a:t>- If you're interested in contributing or extending this — for example, adding SSE transport, multi-topic subscriptions, or persistent agent state — let's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MCP Live:</a:t>
            </a:r>
            <a:br/>
            <a:r>
              <a:t>Streaming Context to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Calibri"/>
              </a:defRPr>
            </a:pPr>
            <a:r>
              <a:t>Building Reactive MCP Servers with Kafka, WebSockets &amp; Cedar</a:t>
            </a:r>
            <a:br/>
            <a:r>
              <a:t>github.com/hakohli/mcp-streaming-demo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Stale Context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Traditional MCP = request/response snapshots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Agent asks for logs → gets point-in-time dump → works with stale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Deploy at 2:03pm, errors spike at 2:04pm, agent doesn't know until 2:15pm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What if context came TO the agent, as it happened?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Streaming MCP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Standard MCP: Client → Server → Response (pull model)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Streaming MCP: Server → Client via subscriptions (push model)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Why Kafka: durable, replayable, backpressure handling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Hybrid protocol: streaming + request/response on same connection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Key Protocol Extension: subscribe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New method: subscribe / unsubscribe for continuous push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Still supports get_anomalies, get_context (standard request/response)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Bounded queues (500 events) handle backpressure automatically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Cedar Authorization for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Open-source policy language by AWS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Declarative: permit/forbid(principal, action, resource)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Role-based access control for MCP actions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Default deny — no matching policy = request denied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Cedar Policy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permit(principal, action == Action::"subscribe", resource == Stream::"app-logs");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permit(principal, action == Action::"get_anomalies", resource)</a:t>
            </a:r>
            <a:br/>
            <a:r>
              <a:t>    when { principal.role == "ops-agent" };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forbid(principal, action == Action::"subscribe", resource == Stream::"audit-logs")</a:t>
            </a:r>
            <a:br/>
            <a:r>
              <a:t>    when { principal.role == "readonly" };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Forbid always wins over permit — secure by default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Live Demo: Real-time Log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Log simulator → Kafka → MCP Server → AI Agent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Error spike → agent detects anomaly within 1 second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Agent queries for anomaly summary mid-stream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Cedar blocks unauthorized agents from sensitive streams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Anomaly Detection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Rolling window of last 100 events maintained server-side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Error rate &gt; 30% triggers anomaly alert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Agent maps error patterns to fix suggestions automatically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Production Patterns &amp; Gotchas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Backpressure: bounded queues, drop slow subscribers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Hybrid protocol: streaming AND on-demand on same WebSocket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Kafka consumer groups: same = load balance, different = fan-out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Reconnection: exponential backoff + context snapshot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Be selective: stream errors &amp; anomalies, batch normal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What Streaming MCP Unlocks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DevOps — real-time incident detection and auto-remediation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Trading — live market data feeding AI decision agents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Security — streaming audit logs with Cedar-authorized access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CI/CD — file watchers notifying agents of code changes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IoT — sensor data streaming to predictive maintenance agents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MCP doesn't have to be request/response only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Kafka (Confluent 7.6.0) + WebSocket = durable, scalable streaming bridge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Cedar provides declarative, auditable authorization for MCP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Hybrid protocol (push + pull) on single connection is the sweet spot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All open source — Python 3.9+, Docker, ~200 lines of code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Thank You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CC"/>
                </a:solidFill>
                <a:latin typeface="Calibri"/>
              </a:defRPr>
            </a:pPr>
            <a:r>
              <a:t>github.com/hakohli/mcp-streaming-demo</a:t>
            </a:r>
            <a:br/>
            <a:r>
              <a:t>All open source: Kafka · Cedar · WebSockets ·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